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GRADUATION PROJECT / مشروع التخرج</a:t>
            </a:r>
          </a:p>
          <a:p>
            <a:pPr algn="ctr">
              <a:defRPr sz="3600" b="1">
                <a:solidFill>
                  <a:srgbClr val="F8FAFC"/>
                </a:solidFill>
                <a:latin typeface="Outfit"/>
              </a:defRPr>
            </a:pPr>
            <a:r>
              <a:t>Badya University Sports Portal</a:t>
            </a:r>
          </a:p>
          <a:p>
            <a:pPr algn="ctr">
              <a:spcBef>
                <a:spcPts val="1000"/>
              </a:spcBef>
              <a:defRPr sz="3200" b="1">
                <a:solidFill>
                  <a:srgbClr val="F8FAFC"/>
                </a:solidFill>
                <a:latin typeface="Cairo"/>
              </a:defRPr>
            </a:pPr>
            <a:r>
              <a:t>بوابة جامعة بادية لحجز الملاعب الرياضية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Space Grotesk"/>
              </a:defRPr>
            </a:pPr>
            <a:r>
              <a:t>Intelligent scheduling, algorithmic fairness, geofenced verification, and bilingual management portal.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Prepared by: Yehia Ahmed &amp; Omar Abdelaziz   |   Supervised by: Dr. Amira</a:t>
            </a:r>
          </a:p>
          <a:p>
            <a:pPr algn="ctr">
              <a:spcBef>
                <a:spcPts val="500"/>
              </a:spcBef>
              <a:defRPr sz="1100">
                <a:solidFill>
                  <a:srgbClr val="94A3B8"/>
                </a:solidFill>
                <a:latin typeface="Cairo"/>
              </a:defRPr>
            </a:pPr>
            <a:r>
              <a:t>إعداد الطلاب: يحيى أحمد وعمر عبد العزيز   |   إشراف: د. أميرة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The Campus Scheduling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تحديات حجز وجدولة الملاعب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Traditional sports portals fail to control booking abuse, leaving physical courts empty or monopolized.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Monopoly &amp; Court Hogging (الاحتكار): Groups booking slots consecutively, locking others out.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No-Show Waste (هدر الحجوزات): Courts reserved but remaining empty when students fail to attend.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Check-In Fraud (التسجيل الوهمي): Students checking in remotely from dorms instead of being on court.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Matchmaking Friction (عقبة إيجاد الفرق): Solo athletes struggling to find teammates or match ID quotas.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37744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Monopolies</a:t>
            </a:r>
          </a:p>
          <a:p>
            <a:pPr algn="ctr">
              <a:spcBef>
                <a:spcPts val="500"/>
              </a:spcBef>
              <a:defRPr sz="1400">
                <a:solidFill>
                  <a:srgbClr val="F43F5E"/>
                </a:solidFill>
                <a:latin typeface="Cairo"/>
              </a:defRPr>
            </a:pPr>
            <a:r>
              <a:t>الاحتكار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37744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Remote Fraud</a:t>
            </a:r>
          </a:p>
          <a:p>
            <a:pPr algn="ctr">
              <a:spcBef>
                <a:spcPts val="500"/>
              </a:spcBef>
              <a:defRPr sz="1400">
                <a:solidFill>
                  <a:srgbClr val="F59E0B"/>
                </a:solidFill>
                <a:latin typeface="Cairo"/>
              </a:defRPr>
            </a:pPr>
            <a:r>
              <a:t>الحضور الوهمي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237744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LFG Friction</a:t>
            </a:r>
          </a:p>
          <a:p>
            <a:pPr algn="ctr">
              <a:spcBef>
                <a:spcPts val="500"/>
              </a:spcBef>
              <a:defRPr sz="1400">
                <a:solidFill>
                  <a:srgbClr val="0EA5E9"/>
                </a:solidFill>
                <a:latin typeface="Cairo"/>
              </a:defRPr>
            </a:pPr>
            <a:r>
              <a:t>عقبات الفرق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840480"/>
            <a:ext cx="2377440" cy="1920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Language Barriers</a:t>
            </a:r>
          </a:p>
          <a:p>
            <a:pPr algn="ctr">
              <a:spcBef>
                <a:spcPts val="500"/>
              </a:spcBef>
              <a:defRPr sz="1400">
                <a:solidFill>
                  <a:srgbClr val="6366F1"/>
                </a:solidFill>
                <a:latin typeface="Cairo"/>
              </a:defRPr>
            </a:pPr>
            <a:r>
              <a:t>عوائق اللغة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Technical Architecture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المعمارية البرمجية ومجموعة التقنيات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A modern, performant, and decoupled full-stack architecture: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Frontend client SPA (React + Vite): Handles responsive UI, bilingual shifting, and interactive maps.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Robust Backend core (Spring Boot): Calculates fairness scores, verifies geofencing coordinates, and resolves database slot conflicts.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Data &amp; AI Services (MySQL + Gemini API): Underpins chatbot queries, schedules reset timers, and archives conflict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Frontend SPA Client  |  واجهة العميل (React)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React 18, Vite, Leaflet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017520"/>
            <a:ext cx="502920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Spring Boot Core Backend  |  الواجهة الخلفية (Spring Boot)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Java 17, JPA Hibernate, Scheduler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502920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Database &amp; AI Engine  |  البيانات والذكاء الاصطناعي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MySQL, H2 Database, Gemini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Facility Grid Booking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حجز الملاعب وشبكة الأوقات المتاحة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Visual scheduling combined with strict teammate integrity controls: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Interactive Availability Grid (شبكة الأوقات): Visual display of free (Green) and occupied (Red) hours. Users select slots directly.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Real-time Buddy Validation (التحقق من الزملاء): Teammate student IDs are verified against database registries prior to slot allocation.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Alternative Suggestions (اقتراحات ذكية): Conflicts automatically suggest open hours on the same day, enhancing user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Interactive Time Slot Grid Mockup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4A3B8"/>
                </a:solidFill>
              </a:defRPr>
            </a:pPr>
            <a:r>
              <a:t>08:00 AM [Free/متاح]     |     09:00 AM [Booked/محجوز]</a:t>
            </a:r>
            <a:br/>
            <a:r>
              <a:t>10:00 AM [Free/متاح]     |     11:00 AM [Free/متاح]</a:t>
            </a:r>
            <a:br/>
            <a:r>
              <a:t>12:00 PM [Booked/محجوز]   |     13:00 PM [Free/متاح]</a:t>
            </a:r>
          </a:p>
          <a:p>
            <a:pPr algn="ctr">
              <a:defRPr sz="1200" b="1">
                <a:solidFill>
                  <a:srgbClr val="10B981"/>
                </a:solidFill>
              </a:defRPr>
            </a:pPr>
            <a:r>
              <a:t>Input Buddy ID: [ 2026010 ]  =&gt; Validated ✓</a:t>
            </a:r>
            <a:br/>
            <a:r>
              <a:t>Selected Slot: [ 10:00 AM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Algorithmic Fairness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محرك العدالة الخوارزمي وتدوير الملاعب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Resolves booking overlaps and fights monopoly abuse mathematically: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Weekly Booking Limit (3 حجوزات): Quota resets dynamically every Monday at 08:00 AM.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24-Hour Cooldown (فترة التهدئة): Prevents a single user from spamming multiple courts in 1 day.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Consecutive Overlap Guard (حظر التكرار): Blocks bookings sharing 50%+ player overlap from holding courts consecutively.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Priority Score Equation (معادلة المفاضلة): Priority = (Player Density * 2) - (Weekly Bookings *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Conflict Resolution Example</a:t>
            </a:r>
          </a:p>
          <a:p>
            <a:pPr algn="ctr"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Team A (1 booking this week, 5 players)</a:t>
            </a:r>
            <a:br/>
            <a:r>
              <a:t>Priority Score = (5 * 2) - (1 * 3) = 7</a:t>
            </a:r>
            <a:br/>
            <a:br/>
            <a:r>
              <a:t>Team B (2 bookings this week, 4 players)</a:t>
            </a:r>
            <a:br/>
            <a:r>
              <a:t>Priority Score = (4 * 2) - (2 * 3) = 2</a:t>
            </a:r>
          </a:p>
          <a:p>
            <a:pPr algn="ctr">
              <a:defRPr sz="1200" b="1">
                <a:solidFill>
                  <a:srgbClr val="10B981"/>
                </a:solidFill>
              </a:defRPr>
            </a:pPr>
            <a:r>
              <a:t>✓ Team A wins court slot (Score 7 &gt; 2)</a:t>
            </a:r>
            <a:br/>
            <a:r>
              <a:t>Team B is cancelled and notified.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Geofenced Attendance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التحقق الجغرافي من حضور الطلاب بالملعب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GEOFENCING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Limits reservation check-ins to students physically inside court bounds: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50-Meter Radius Limit (نطاق 50م): Integrates GPS coordinates via Leaflet maps. Unlocks check-in scanner only within 50m of facility.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No-Show Auto Cancellation (إلغاء المتغيبين): If attendance is not checked in 15 minutes after start, booking is cancelled and court released.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Suspension Penalties (عقوبة الغياب): Missing 3 sessions leads to a 1-week account suspension.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Leaflet GPS Distance Status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Facility Center: [ Lat: 30.012, Lon: 31.205 ]</a:t>
            </a:r>
            <a:br/>
            <a:r>
              <a:t>Geofencing radius limit: 50 meters</a:t>
            </a:r>
            <a:br/>
            <a:br/>
            <a:r>
              <a:t>Scenario 1: Distance = 80m</a:t>
            </a:r>
            <a:br/>
            <a:r>
              <a:t>Status: Check-in Locked (Too Far / مغلق)</a:t>
            </a:r>
            <a:br/>
            <a:br/>
            <a:r>
              <a:t>Scenario 2: Distance = 20m</a:t>
            </a:r>
            <a:br/>
            <a:r>
              <a:t>Status: Check-in Unlocked (Verify Attendance / متاح)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LFG Matchmaking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طابور البحث عن لاعبين وتشكيل الفرق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MATCHMAKING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Automated matching system for solo student athletes: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Privacy-Masked Lobby (حفظ الخصوصية): Student identities are masked until match confirmation to reduce social friction.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Roster Split (تقسيم الفرق): Once lobby fills (4 players), the engine splits them into even Team A &amp; Team B roster structures.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Failed Validation Promotion (التوجيه للطابور): When user fails classmate ID validation, system promotes the Matchmaking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Lobby Matchmaking Result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Lobby Status: 4/4 Players Joined</a:t>
            </a:r>
            <a:br/>
            <a:r>
              <a:t>[Booking Created Successfully]</a:t>
            </a:r>
            <a:br/>
            <a:br/>
            <a:r>
              <a:t>---------------------------------</a:t>
            </a:r>
            <a:br/>
            <a:br/>
            <a:r>
              <a:t>Team A: Student_839 &amp; Student_103</a:t>
            </a:r>
            <a:br/>
            <a:br/>
            <a:r>
              <a:t>Team B: Student_554 &amp; Student_772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AI Concierge (Badya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المساعد الذكي بادية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AI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An intelligent assistant connected directly to the Gemini LLM: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Natural Language Interface (لغة طبيعية): Students can book facilities by writing commands like 'book basketball tomorrow'.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Auto Page Routing (التحويل التلقائي): Opens booking forms, profiles, or warning logs automatically upon conversational request.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Offline Fallback Database (قاعدة بيانات احتياطية): Pre-cached local rules database processes queries if API key or internet is 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Badya AI Chat Log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Student: "Book a Volleyball slot today"</a:t>
            </a:r>
            <a:br/>
            <a:br/>
            <a:r>
              <a:t>Badya AI: "Processing... Redirected to facility page. The available slot today is 04:00 PM. Click here to confirm: [Reserve Volleyball]"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Bilingual Engine &amp;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محرك الترجمة وهندسة الأخطاء بالخلفية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LOCALIZATION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Bilingual framework supporting both local and international students: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Dynamic LTR/RTL Layouts (تحويل اتجاه الصفحة): Floating UI button reverses design direction, sidebar positions, and switches Arabic fonts on the fly.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• Exception Translation Mapping (تعريب أخطاء الملقم): Spring Boot raw exceptions (constraints) are intercepted and translated into user-friendly Arabic warning suggestions.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Backend Exception Localization Map</a:t>
            </a:r>
          </a:p>
          <a:p>
            <a:pPr algn="l">
              <a:defRPr sz="1100">
                <a:solidFill>
                  <a:srgbClr val="94A3B8"/>
                </a:solidFill>
              </a:defRPr>
            </a:pPr>
            <a:r>
              <a:t>1. AlreadyBookedException:</a:t>
            </a:r>
            <a:br/>
            <a:r>
              <a:t>- EN: Court already booked. Conflict [18].</a:t>
            </a:r>
            <a:br/>
            <a:r>
              <a:t>- AR: عذراً، هذا الملعب محجوز بالفعل.</a:t>
            </a:r>
            <a:br/>
            <a:br/>
            <a:r>
              <a:t>2. QuotaExceededException:</a:t>
            </a:r>
            <a:br/>
            <a:r>
              <a:t>- EN: Max weekly limit (3) exceeded.</a:t>
            </a:r>
            <a:br/>
            <a:r>
              <a:t>- AR: لقد تجاوزت الحصة الأسبوعية المسموحة.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Live Demo Walkthrough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8FAFC"/>
                </a:solidFill>
                <a:latin typeface="Cairo"/>
              </a:defRPr>
            </a:pPr>
            <a:r>
              <a:t>تسلسل خطوات العرض الحي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91440"/>
            <a:ext cx="1371600" cy="228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70B19"/>
                </a:solidFill>
                <a:latin typeface="Arial"/>
              </a:defRPr>
            </a:pPr>
            <a:r>
              <a:t>DEMO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Recommended sequence to showcase features to the graduation panel: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1. Login &amp; Session Security: Show initial login page and explain browser-binding locks.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2. Bilingual Layout Swap: Toggle RTL Arabic to demonstrate instant UI and fonts adjustment.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3. Bookings Overlaps Suggestions: Attempt to book a booked court to trigger conflict suggestions.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4. GPS Geofenced Check-In: Toggle simulated coordinates to lock/unlock scan scanner.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Demonstration Quality Gauge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✔️ Frontend SPA: Built &amp; Ready</a:t>
            </a:r>
            <a:br/>
            <a:r>
              <a:t>✔️ Backend RESTful APIs: Fully Tested</a:t>
            </a:r>
            <a:br/>
            <a:r>
              <a:t>✔️ Database Migrations: Seeding Active</a:t>
            </a:r>
            <a:br/>
            <a:r>
              <a:t>✔️ Chatbot Gemini Engine: Connected</a:t>
            </a:r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🌟 Project Status: READY FOR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pace Grotesk"/>
              </a:defRPr>
            </a:pPr>
            <a:r>
              <a:t>Badya Sports Booking Portal © 2026 | Yehia Ahmed &amp; Omar Abdelaziz | Supervisor: Dr. Amira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